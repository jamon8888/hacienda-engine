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BAC5FF-DE80-444A-8339-2280242E0B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11D40B5-59C9-4A83-93BD-445411CA90E4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p>
            <a:r>
              <a:rPr lang="en-US" sz="2800"/>
              <a:t>PII Detection Test</a:t>
            </a:r>
          </a:p>
        </p:txBody>
      </p:sp>
      <p:sp>
        <p:nvSpPr>
          <p:cNvPr id="3" name="Content"/>
          <p:cNvSpPr txBox="1"/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p>
            <a:r>
              <a:rPr lang="en-US" sz="1800"/>
              <a:t>Contact: john.doe@example.com</a:t>
            </a:r>
          </a:p>
          <a:p>
            <a:r>
              <a:rPr lang="en-US" sz="1800"/>
              <a:t>Phone: +1-555-123-4567</a:t>
            </a:r>
          </a:p>
          <a:p>
            <a:r>
              <a:rPr lang="en-US" sz="1800"/>
              <a:t>SSN: 123-45-6789</a:t>
            </a:r>
          </a:p>
          <a:p>
            <a:r>
              <a:rPr lang="en-US" sz="1800"/>
              <a:t>Credit Card: 4111-1111-1111-1111</a:t>
            </a:r>
          </a:p>
          <a:p>
            <a:r>
              <a:rPr lang="en-US" sz="1800"/>
              <a:t>IBAN: GB29NWBK60161331926819</a:t>
            </a:r>
          </a:p>
          <a:p>
            <a:r>
              <a:rPr lang="en-US" sz="1800"/>
              <a:t>IP: 192.168.1.100</a:t>
            </a:r>
          </a:p>
          <a:p>
            <a:r>
              <a:rPr lang="en-US" sz="1800"/>
              <a:t>Passport: AB1234567</a:t>
            </a:r>
          </a:p>
          <a:p>
            <a:r>
              <a:rPr lang="en-US" sz="1800"/>
              <a:t>DOB: 01/15/1985</a:t>
            </a:r>
          </a:p>
          <a:p>
            <a:r>
              <a:rPr lang="en-US" sz="1800"/>
              <a:t>SWIFT: NWBKGB2L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2026-08-08T13:26:13Z</dcterms:modified>
  <cp:revision>1</cp:revision>
  <dc:subject/>
  <dc:title/>
</cp:coreProperties>
</file>