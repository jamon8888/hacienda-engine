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BAC5FF-DE80-444A-8339-2280242E0B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11D40B5-59C9-4A83-93BD-445411CA90E4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Hacienda Studio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fr-FR</dc:language>
  <cp:lastModifiedBy/>
  <dcterms:modified xsi:type="dcterms:W3CDTF">2026-08-08T13:26:13Z</dcterms:modified>
  <cp:revision>1</cp:revision>
  <dc:subject/>
  <dc:title/>
</cp:coreProperties>
</file>